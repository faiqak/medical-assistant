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4173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0" y="1737360"/>
            <a:ext cx="731520" cy="731520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0632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86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Medical Assistant Chatbot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LangChain  ·  OpenAI 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Project — Not a Substitute for Professional Medical Advice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search online for answers about symptoms, medications, or nutrition — often digging through multiple pages to find something useful.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explores how a Large Language Model (LLM) can be integrated into a simple web app to provide conversational health information instead.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434840"/>
            <a:ext cx="6126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6EAE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4572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common causes of headaches?”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28016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0" y="1481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chat interface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176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2450592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2651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sends question + history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889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medical system prompt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3621024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38221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7124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 (via LangChain)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059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response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51713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4791456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A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499262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8828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shown in chat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5230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184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783080"/>
            <a:ext cx="173736" cy="173736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581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Medical-Focused Assistant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system role keeps the AI centered on healthcare topics: symptoms, diseases, nutrition, medical terminology, tests, medications, and warning signs.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AF9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184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1783080"/>
            <a:ext cx="173736" cy="173736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78040" y="15819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Non-Medical Question Restriction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945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(e.g. programming, general trivia) are politely declined, keeping the assistant reliably within its intended domain.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the assistant can help with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56232" y="402336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56232" y="40233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63824" y="402336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3824" y="40233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02336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402336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Habits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83096" y="402336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3096" y="40233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Terminology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97112" y="402336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97112" y="40233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Info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452628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45262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6276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&amp; user interface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77072" y="1627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770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&amp; message management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593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07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AI responses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3375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5935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908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langchain-openai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4507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LangChain with OpenAI models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333756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77072" y="3593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77072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507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environment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777240"/>
            <a:ext cx="1097280" cy="10972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0" y="777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Disclaimer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65960" y="2788920"/>
            <a:ext cx="8229600" cy="2331720"/>
          </a:xfrm>
          <a:prstGeom prst="roundRect">
            <a:avLst>
              <a:gd name="adj" fmla="val 4706"/>
            </a:avLst>
          </a:prstGeom>
          <a:solidFill>
            <a:srgbClr val="0F384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3017520"/>
            <a:ext cx="7498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is created for educational and demonstration purposes only.
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provide a medical diagnosis, prescription, or substitute for consultation with a qualified healthcare professional. Users experiencing severe, rapidly worsening, or potentially life-threatening symptoms should seek emergency medical care.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2026-09-05T10:19:37Z</dcterms:created>
  <dcterms:modified xsi:type="dcterms:W3CDTF">2026-09-05T10:19:37Z</dcterms:modified>
</cp:coreProperties>
</file>